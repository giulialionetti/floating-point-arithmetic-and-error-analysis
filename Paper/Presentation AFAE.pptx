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e32809b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e32809b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e32809b5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e32809b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e32809b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e32809b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e32809b5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e32809b5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e32809b5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e32809b5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e32809b5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e32809b5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e32809b5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e32809b5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e32809b5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e32809b5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e32809b5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e32809b5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e32809b5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e32809b5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e32809b5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e32809b5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e32809b5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e32809b5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e32809b5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e32809b5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e32809b5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e32809b5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e32809b5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e32809b5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e32809b5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e32809b5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e32809b5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e32809b5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e32809b5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e32809b5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e32809b5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e32809b5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e32809b5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e32809b5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e32809b5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e32809b5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e32809b5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e32809b5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e32809b5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e32809b5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e32809b5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e32809b5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AFAE_Slides (1)_page-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AFAE_Slides (1)_page-00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AFAE_Slides (1)_page-000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AFAE_Slides (1)_page-000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AFAE_Slides (1)_page-00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AFAE_Slides (1)_page-00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AFAE_Slides (1)_page-000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AFAE_Slides (1)_page-00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 title="AFAE_Slides (1)_page-000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 title="AFAE_Slides (1)_page-001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 title="AFAE_Slides (1)_page-001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 title="AFAE_Slides (1)_page-00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 title="AFAE_Slides (1)_page-001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 title="AFAE_Slides (1)_page-00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 title="AFAE_Slides (1)_page-001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 title="AFAE_Slides (1)_page-001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9" title="AFAE_Slides (1)_page-001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0" title="AFAE_Slides (1)_page-001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1" title="AFAE_Slides (1)_page-001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2" title="AFAE_Slides (1)_page-002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2"/>
          <p:cNvSpPr txBox="1"/>
          <p:nvPr/>
        </p:nvSpPr>
        <p:spPr>
          <a:xfrm>
            <a:off x="1536675" y="2786725"/>
            <a:ext cx="39900" cy="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33" title="AFAE_Slides (1)_page-002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4" title="AFAE_Slides (1)_page-002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35" title="AFAE_Slides (1)_page-002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6" title="AFAE_Slides (1)_page-002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37" title="AFAE_Slides (1)_page-002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64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